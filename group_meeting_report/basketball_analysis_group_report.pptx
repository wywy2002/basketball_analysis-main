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/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/>

</file>

<file path=ppt/slides/_rels/slide2.xml.rels><?xml version="1.0" encoding="UTF-8" standalone="yes"?>
<Relationships xmlns="http://schemas.openxmlformats.org/package/2006/relationships"/>

</file>

<file path=ppt/slides/_rels/slide3.xml.rels><?xml version="1.0" encoding="UTF-8" standalone="yes"?>
<Relationships xmlns="http://schemas.openxmlformats.org/package/2006/relationships"/>

</file>

<file path=ppt/slides/_rels/slide4.xml.rels><?xml version="1.0" encoding="UTF-8" standalone="yes"?>
<Relationships xmlns="http://schemas.openxmlformats.org/package/2006/relationships"/>

</file>

<file path=ppt/slides/_rels/slide5.xml.rels><?xml version="1.0" encoding="UTF-8" standalone="yes"?>
<Relationships xmlns="http://schemas.openxmlformats.org/package/2006/relationships"/>

</file>

<file path=ppt/slides/_rels/slide6.xml.rels><?xml version="1.0" encoding="UTF-8" standalone="yes"?>
<Relationships xmlns="http://schemas.openxmlformats.org/package/2006/relationships"/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17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0000" y="520000"/>
            <a:ext cx="10600000" cy="9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3600" b="1">
                <a:solidFill>
                  <a:srgbClr val="111827"/>
                </a:solidFill>
                <a:latin typeface="Microsoft YaHei"/>
                <a:ea typeface="Microsoft YaHei"/>
              </a:rPr>
              <a:t>篮球视频自动分析系统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0000" y="1320000"/>
            <a:ext cx="10600000" cy="52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1800" b="0">
                <a:solidFill>
                  <a:srgbClr val="64748B"/>
                </a:solidFill>
                <a:latin typeface="Microsoft YaHei"/>
                <a:ea typeface="Microsoft YaHei"/>
              </a:rPr>
              <a:t>组会技术汇报 | 5分钟以内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80000" y="2180000"/>
            <a:ext cx="10200000" cy="285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目标：从比赛视频中自动提取球员、篮球、阵营和战术信息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输入：篮球比赛视频；输出：带可视化标注的分析视频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当前重点：去除大模型依赖，提升阵营识别的可部署性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17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0000" y="520000"/>
            <a:ext cx="10600000" cy="9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3600" b="1">
                <a:solidFill>
                  <a:srgbClr val="111827"/>
                </a:solidFill>
                <a:latin typeface="Microsoft YaHei"/>
                <a:ea typeface="Microsoft YaHei"/>
              </a:rPr>
              <a:t>整体处理流程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0000" y="1320000"/>
            <a:ext cx="10600000" cy="52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1800" b="0">
                <a:solidFill>
                  <a:srgbClr val="64748B"/>
                </a:solidFill>
                <a:latin typeface="Microsoft YaHei"/>
                <a:ea typeface="Microsoft YaHei"/>
              </a:rPr>
              <a:t>从视频帧到分析结果的 pipeline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80000" y="2180000"/>
            <a:ext cx="10200000" cy="285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读取视频帧，并按模块依次完成检测、跟踪和分析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YOLO 检测球员、篮球、球场关键点，ByteTrack 维护球员 ID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结合球权、阵营、位置映射，生成统计信息和最终可视化视频</a:t>
            </a:r>
          </a:p>
        </p:txBody>
      </p:sp>
      <p:sp>
        <p:nvSpPr>
          <p:cNvPr id="5" name="Flow"/>
          <p:cNvSpPr txBox="1"/>
          <p:nvPr/>
        </p:nvSpPr>
        <p:spPr>
          <a:xfrm>
            <a:off x="760000" y="5360000"/>
            <a:ext cx="10600000" cy="52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2100" b="0">
                <a:solidFill>
                  <a:srgbClr val="2563EB"/>
                </a:solidFill>
                <a:latin typeface="Microsoft YaHei"/>
                <a:ea typeface="Microsoft YaHei"/>
              </a:rPr>
              <a:t>视频输入  →  YOLO检测  →  ByteTrack跟踪  →  分析计算  →  可视化输出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17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0000" y="520000"/>
            <a:ext cx="10600000" cy="9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3600" b="1">
                <a:solidFill>
                  <a:srgbClr val="111827"/>
                </a:solidFill>
                <a:latin typeface="Microsoft YaHei"/>
                <a:ea typeface="Microsoft YaHei"/>
              </a:rPr>
              <a:t>核心技术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0000" y="1320000"/>
            <a:ext cx="10600000" cy="52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1800" b="0">
                <a:solidFill>
                  <a:srgbClr val="64748B"/>
                </a:solidFill>
                <a:latin typeface="Microsoft YaHei"/>
                <a:ea typeface="Microsoft YaHei"/>
              </a:rPr>
              <a:t>检测、跟踪、分队和空间映射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80000" y="2180000"/>
            <a:ext cx="10200000" cy="285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YOLO：完成球员、篮球和球场关键点检测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ByteTrack：跨帧关联球员，保持稳定 track_id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OpenCV 颜色聚类：基于球衣区域自动划分两队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Homography：将画面坐标映射到 2D 战术板视角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17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0000" y="520000"/>
            <a:ext cx="10600000" cy="9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3600" b="1">
                <a:solidFill>
                  <a:srgbClr val="111827"/>
                </a:solidFill>
                <a:latin typeface="Microsoft YaHei"/>
                <a:ea typeface="Microsoft YaHei"/>
              </a:rPr>
              <a:t>核心功能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0000" y="1320000"/>
            <a:ext cx="10600000" cy="52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1800" b="0">
                <a:solidFill>
                  <a:srgbClr val="64748B"/>
                </a:solidFill>
                <a:latin typeface="Microsoft YaHei"/>
                <a:ea typeface="Microsoft YaHei"/>
              </a:rPr>
              <a:t>面向篮球视频的自动分析能力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80000" y="2180000"/>
            <a:ext cx="10200000" cy="285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球员与篮球轨迹绘制，支持帧级可视化检查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阵营识别、球权判断、传球和抢断事件检测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球员速度与移动距离估算，并叠加 2D 战术板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输出完整标注视频，便于复盘和展示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17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0000" y="520000"/>
            <a:ext cx="10600000" cy="9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3600" b="1">
                <a:solidFill>
                  <a:srgbClr val="111827"/>
                </a:solidFill>
                <a:latin typeface="Microsoft YaHei"/>
                <a:ea typeface="Microsoft YaHei"/>
              </a:rPr>
              <a:t>当前进展与问题处理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0000" y="1320000"/>
            <a:ext cx="10600000" cy="52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1800" b="0">
                <a:solidFill>
                  <a:srgbClr val="64748B"/>
                </a:solidFill>
                <a:latin typeface="Microsoft YaHei"/>
                <a:ea typeface="Microsoft YaHei"/>
              </a:rPr>
              <a:t>阵营识别从大模型切换为传统视觉方案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80000" y="2180000"/>
            <a:ext cx="10200000" cy="285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原方案：CLIP 根据球衣 prompt 判断阵营，依赖大模型和文本提示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新方案：YOLO 后处理阶段裁剪躯干区域，提取颜色特征并聚类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遮挡处理：低质量帧跳过，使用跨帧投票和 track 记忆稳定结果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缓存处理：使用新的 color stub，避免误读旧阵营缓存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17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0000" y="520000"/>
            <a:ext cx="10600000" cy="9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3600" b="1">
                <a:solidFill>
                  <a:srgbClr val="111827"/>
                </a:solidFill>
                <a:latin typeface="Microsoft YaHei"/>
                <a:ea typeface="Microsoft YaHei"/>
              </a:rPr>
              <a:t>下一周计划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0000" y="1320000"/>
            <a:ext cx="10600000" cy="52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1800" b="0">
                <a:solidFill>
                  <a:srgbClr val="64748B"/>
                </a:solidFill>
                <a:latin typeface="Microsoft YaHei"/>
                <a:ea typeface="Microsoft YaHei"/>
              </a:rPr>
              <a:t>围绕稳定性、效率和汇报演示继续推进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80000" y="2180000"/>
            <a:ext cx="10200000" cy="285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对 video_2 等不同视频进行完整测试，记录阵营识别稳定性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调优颜色聚类阈值、躯干裁剪区域和遮挡过滤策略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整理批处理运行方式，规范每个视频独立缓存目录</a:t>
            </a:r>
          </a:p>
          <a:p>
            <a:pPr marL="285750" indent="-171450">
              <a:buChar char="•"/>
            </a:pPr>
            <a:r>
              <a:rPr lang="zh-CN" sz="2200" b="0">
                <a:solidFill>
                  <a:srgbClr val="1F2937"/>
                </a:solidFill>
                <a:latin typeface="Microsoft YaHei"/>
                <a:ea typeface="Microsoft YaHei"/>
              </a:rPr>
              <a:t>补充可量化指标和典型片段截图，准备组会演示材料</a:t>
            </a:r>
          </a:p>
        </p:txBody>
      </p:sp>
      <p:sp>
        <p:nvSpPr>
          <p:cNvPr id="5" name="Tag"/>
          <p:cNvSpPr txBox="1"/>
          <p:nvPr/>
        </p:nvSpPr>
        <p:spPr>
          <a:xfrm>
            <a:off x="760000" y="5360000"/>
            <a:ext cx="10600000" cy="52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lang="zh-CN" sz="2100" b="0">
                <a:solidFill>
                  <a:srgbClr val="2563EB"/>
                </a:solidFill>
                <a:latin typeface="Microsoft YaHei"/>
                <a:ea typeface="Microsoft YaHei"/>
              </a:rPr>
              <a:t>目标：让结果更稳定、更容易复现、更适合演示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ketball Analysis">
  <a:themeElements>
    <a:clrScheme name="Custom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16A34A"/>
      </a:accent2>
      <a:accent3>
        <a:srgbClr val="DC2626"/>
      </a:accent3>
      <a:accent4>
        <a:srgbClr val="F59E0B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Custom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Custom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